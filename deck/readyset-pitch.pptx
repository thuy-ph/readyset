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artefact. Read the email aloud. Everything in it is true — and none of it is actionable. No room number, no access window, no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delay isn't detection — it's reconstruction. Emily, Leo, Marco and Aisha each hold one piece. 2.4 days is the reconstruction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wedge: capture, clarify, dedupe, ready. Route and dispatch stay human and stay in the existing system. Turn us off tomorrow and you lose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console here and drive it with the arrow keys. Pause at both gates — stop talking, click, then say: that click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Judges' trust questions live here. Six guardrails, each one answers a failure mode they're about to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to Aisha, design for Leo, make Emily's and Marco's adoption cost zero. Aisha's KPI story upward is one number: 2.4 days to 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small on purpose: a one-week inbox audit fits inside Aisha's own authority. It produces her business case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trust line, unhurried. The restraint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VICTOR:AI FOUNDER GAMES · MELBOURNE · 08.2026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readyset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03504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reported to </a:t>
            </a:r>
            <a:pPr indent="0" marL="0">
              <a:buNone/>
            </a:pPr>
            <a:r>
              <a:rPr lang="en-US" sz="2600" dirty="0">
                <a:solidFill>
                  <a:srgbClr val="2FD2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</a:t>
            </a:r>
            <a:pPr indent="0" marL="0">
              <a:buNone/>
            </a:pPr>
            <a:r>
              <a:rPr lang="en-US" sz="2600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4343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intake layer that turns a vague maintenance report into a dispatch-ready work order — in front of the system your facilities team already runs.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TIME-TO-READY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5769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9CB2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days </a:t>
            </a:r>
            <a:pPr indent="0" marL="0">
              <a:buNone/>
            </a:pPr>
            <a:r>
              <a:rPr lang="en-US" sz="1300" dirty="0">
                <a:solidFill>
                  <a:srgbClr val="2FD2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4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5897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thuy-ph.github.io/readyset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REQUEST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863840" cy="329184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435608"/>
            <a:ext cx="402336" cy="402336"/>
          </a:xfrm>
          <a:prstGeom prst="ellipse">
            <a:avLst/>
          </a:prstGeom>
          <a:solidFill>
            <a:srgbClr val="14382E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2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527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· e.carter@brightwell.com.au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 09:14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786384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94560"/>
            <a:ext cx="7278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“The Level 4 meeting rooms are getting too warm in the afternoons. Can someone please look at the air conditioning?”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959352"/>
            <a:ext cx="786384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142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SENTENCES · EVERYTHING TRUE · NOTHING ACTIONABLE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in that message is wrong. It is also not enough to send a technician.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0684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3.5</a:t>
            </a:r>
            <a:endParaRPr lang="en-US" sz="7600" dirty="0"/>
          </a:p>
        </p:txBody>
      </p:sp>
      <p:sp>
        <p:nvSpPr>
          <p:cNvPr id="14" name="Text 12"/>
          <p:cNvSpPr/>
          <p:nvPr/>
        </p:nvSpPr>
        <p:spPr>
          <a:xfrm>
            <a:off x="9052560" y="3291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from this email to a technician standing in the right room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Everyone did their job correctly. It still took three and a half days.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D2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2.4 days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76656" y="3429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from report to dispatch-ready — spent chasing a room number, an access window and a site contact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425696" y="3429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requests need at least one round of clarification before anyone can be dispatched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74736" y="3429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 same job, reported twice, through two different channels — found when two contractors invoice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447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40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was slow. Four people were each holding a different piece of the same request, and no system held all four at once. That gap is not a people problem — it is the only part of this worth automating.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intake layer in front of the system you already run.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Readyset owns the window from “request arrives” to “request is assignable”. Everything after stays exactly where it is today.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7DA"/>
          </a:solidFill>
          <a:ln w="12700">
            <a:solidFill>
              <a:srgbClr val="C9C2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299008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7DA"/>
          </a:solidFill>
          <a:ln w="12700">
            <a:solidFill>
              <a:srgbClr val="C9C2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346557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7DA"/>
          </a:solidFill>
          <a:ln w="12700">
            <a:solidFill>
              <a:srgbClr val="C9C2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3941064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7DA"/>
          </a:solidFill>
          <a:ln w="12700">
            <a:solidFill>
              <a:srgbClr val="C9C2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CHANNELS · LIVE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2377440"/>
            <a:ext cx="1828800" cy="26517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2560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32304" y="2944368"/>
            <a:ext cx="1536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21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Ingests the channels that already exist. No new form, no new app.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01952" y="34747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98848" y="2377440"/>
            <a:ext cx="1828800" cy="26517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60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CLARIFY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1536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21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the fields that stall a job; asks the requester one plain-language question.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34747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11696" y="2377440"/>
            <a:ext cx="1828800" cy="26517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560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38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DEDUPE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536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21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likely duplicates with its reasoning. Suggested — your coordinator confirms.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34747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24544" y="2377440"/>
            <a:ext cx="1828800" cy="26517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2560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9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70848" y="2944368"/>
            <a:ext cx="1536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21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dispatch-ready order: site, zone, asset, access window, contact.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40496" y="34747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53344" y="347472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137392" y="2377440"/>
            <a:ext cx="1600200" cy="2651760"/>
          </a:xfrm>
          <a:prstGeom prst="rect">
            <a:avLst/>
          </a:prstGeom>
          <a:solidFill>
            <a:srgbClr val="0B211B"/>
          </a:solidFill>
          <a:ln w="15875">
            <a:solidFill>
              <a:srgbClr val="2FD2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65408" y="2560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150" kern="0" dirty="0">
                <a:solidFill>
                  <a:srgbClr val="F5F2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WORK-ORDER SYSTEM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65408" y="3383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B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record. Unchanged.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NEW FORM · NO NEW APP · ONE FORWARDING RULE IS THE WHOLE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it happen.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· THUY-PH.GITHUB.IO/READYSET/DEMO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vague email lands. Extraction runs — three of five dispatch fields are missing.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ask-back goes to the tenant. Her reply fills the gaps, every value tagged with its source.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520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PF-4796 flagged: 87% likely the same leak, reported through a different channel.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console stops. Only the coordinator can link the duplicate — nothing merges itself.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5074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writes the approved order to Maximo. The counter freezes.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0" y="1783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2FD2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4:07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8028432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TIME-TO-READY · FROZEN ON APPROVAL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2843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BASELINE: 2.4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343400"/>
            <a:ext cx="3611880" cy="1691640"/>
          </a:xfrm>
          <a:prstGeom prst="rect">
            <a:avLst/>
          </a:prstGeom>
          <a:solidFill>
            <a:srgbClr val="102A22"/>
          </a:solidFill>
          <a:ln w="12700">
            <a:solidFill>
              <a:srgbClr val="2447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demo blocks twice — at the duplicate and at the approval. The AI cannot advance past a human decision.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D28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click is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stop.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teams aren’t fired for being slow. They’re fired for a job that went wrong. Readyset prepares decisions — it never makes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51460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system stays the record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309981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write into it. We never become it. Turn us off tomorrow and you lose nothing.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221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81728" y="251460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Emergencies never touch us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81728" y="309981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urgent or safety-related goes straight to your existing human pathway, unprocessed.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205740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221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22208" y="251460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Duplicates suggested, never merged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22208" y="309981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wrong merge puts two tenants in one thread. The coordinator confirms every link.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462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7548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trade or safety call automated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534009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identify the asset and the access window. What’s wrong with it stays a human judgement.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429768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4462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47548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field shows its source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81728" y="534009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Tenant-stated, register-matched or coordinator-entered. The record stands up in a dispute.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21040" y="4297680"/>
            <a:ext cx="3520440" cy="1965960"/>
          </a:xfrm>
          <a:prstGeom prst="rect">
            <a:avLst/>
          </a:prstGeom>
          <a:solidFill>
            <a:srgbClr val="EBE7DA"/>
          </a:solidFill>
          <a:ln w="12700">
            <a:solidFill>
              <a:srgbClr val="C9C2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4462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22208" y="47548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installs anything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22208" y="5340096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 keep emailing. Contractors keep their system. One forwarding rule is the integration.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Aisha buys. Leo uses.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94960" cy="4480560"/>
          </a:xfrm>
          <a:prstGeom prst="rect">
            <a:avLst/>
          </a:prstGeom>
          <a:solidFill>
            <a:srgbClr val="0B211B"/>
          </a:solidFill>
          <a:ln w="12700">
            <a:solidFill>
              <a:srgbClr val="2447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2FD28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Aisha Rahman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340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PORTFOLIO FACILITIES MANAGER · THE BUYER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AE6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“I don’t need another platform. I need the requests my team already gets to arrive ready to action.”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12 mixed-use buildings with one coordinator per five. Measured on cost per work order, resolution time, auditability.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FD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authority test: she can approve a pilot from her own operational budget — without asking anyone.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LEO PARK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911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COORDINATOR · THE USER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92240" y="21671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 his 2.4 days back. The queue arrives triaged, complete, deduplicated. Coordinators are the loudest champions — Leo sells Aisha internally.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EMILY CARTER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TENANT · REPORTS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37216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emailing. Gets an instant acknowledgment and a reference number. Never installs anything.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4709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MARCO RUIZ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5020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7F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CONTRACTOR · FIXES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52760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CB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a complete order in the system he already uses. Never sees Readyset.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OFFER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B2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Send us one week of your maintenance inbox.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438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We’ll send back what was missing from every request, what it cost you in follow-ups, and which ones were the same job twice. No integration. No commitment.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 READ IT · WE REPORT IT · WE DELETE 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hello@readyset.build</a:t>
            </a:r>
            <a:pPr indent="0" marL="0">
              <a:buNone/>
            </a:pPr>
            <a:r>
              <a:rPr lang="en-US" sz="140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thuy-ph.github.io/readyset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141732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strike="sngStrike" dirty="0">
                <a:solidFill>
                  <a:srgbClr val="C9C2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2.4 days</a:t>
            </a:r>
            <a:endParaRPr lang="en-US" sz="5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149A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min</a:t>
            </a:r>
            <a:endParaRPr lang="en-US" sz="5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Readyset suggests.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coordinator decides.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7FB7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system stays the source of record.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5715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7A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NIK — CO-FOUNDER · ENGINEERING        THUY — CO-FOUNDER ·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5715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2FD2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THUY-PH.GITHUB.IO/READYSET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Readyset — From reported to ready</dc:title>
  <dc:subject>PptxGenJS Presentation</dc:subject>
  <dc:creator>Readyset</dc:creator>
  <cp:lastModifiedBy>Readyset</cp:lastModifiedBy>
  <cp:revision>1</cp:revision>
  <dcterms:created xsi:type="dcterms:W3CDTF">2026-08-08T05:38:02Z</dcterms:created>
  <dcterms:modified xsi:type="dcterms:W3CDTF">2026-08-08T05:38:02Z</dcterms:modified>
</cp:coreProperties>
</file>